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48" y="8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C5B518-982C-636C-A16C-0C5D9745D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40F10EF-491D-07EC-FFB5-546027498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DEC9BC-2E3D-CBE4-76F6-D40BD1BC4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09531-8007-4A52-AE49-0AD7DE0FA2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039D5C-806A-1214-1F00-A3215E9E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6D9DEB-8645-CE6A-24FE-B47734150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7E452-B07B-409C-9058-1C21D2C278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6484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24D9BA-7C9A-1DBD-3C50-01248AB20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67B160-415F-6E01-DE38-5C485A4CC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ADB312-EC06-69AC-9B51-95120E96C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09531-8007-4A52-AE49-0AD7DE0FA2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4353A2-F5B3-89D2-B5CD-F2F889D19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9042C7-3E51-4027-4068-088B6DD33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7E452-B07B-409C-9058-1C21D2C278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622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5FF838-EAE0-5DCC-18FF-A04B04F0E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5B831-449E-DEB6-5021-1E44EADB7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14AF9B-7263-312D-F647-765701C3E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09531-8007-4A52-AE49-0AD7DE0FA2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6380F0-F5FB-7130-2894-A49725FBF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13AE9-BEF8-21A3-C651-4F7CFCDFB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7E452-B07B-409C-9058-1C21D2C278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7591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A2B77F-68C8-B137-2F6A-D0F4DC7D5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98B206-9753-DA8E-027A-85436D49E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E2A1C5E-B624-8F1F-E52B-A2159E66C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15C7FB-C5E4-CE23-CF77-E5013204E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09531-8007-4A52-AE49-0AD7DE0FA2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2C6978-351A-84B9-F774-7BDB97EB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DFCB48-F8EB-546D-D800-4D0711B6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7E452-B07B-409C-9058-1C21D2C278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451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3A471-DA73-853D-B4F6-C94F57F04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7A0740-DE73-AD6A-F36A-7329D2574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DC7654-9A25-48A9-83DC-C5DADA50D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B2013E7-C2BF-C065-2A7E-9FD717FF2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F4F8C92-5BAE-CEEA-BED6-9A1D57A7BD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46AC487-EEA1-4EE8-76AC-F329E2D3A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09531-8007-4A52-AE49-0AD7DE0FA2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60DC808-2AD1-83BD-20ED-F9238E812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B78DD47-6893-06DB-9491-6B34B1384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7E452-B07B-409C-9058-1C21D2C278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5828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4934C4-FBD7-5D60-BEE0-4A397C48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E8C7047-585B-488E-5693-EF33F450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09531-8007-4A52-AE49-0AD7DE0FA2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C30AEE-0C13-46B9-BD17-F4867B3A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A279ED-5DAC-165F-27EA-FAF50A65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7E452-B07B-409C-9058-1C21D2C278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6687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6799E93-40D0-9546-95CB-69A01B395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09531-8007-4A52-AE49-0AD7DE0FA2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D81EF43-0264-8D78-DC22-002B8DFE6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D88ABE-46CB-D3C9-AE6B-BAE64BAF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7E452-B07B-409C-9058-1C21D2C278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0736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2BB0E3-FD66-BFDB-00FC-94DC02458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E5622C-E722-8B8C-E1A8-5C756F5CD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B061AB-D8A8-A953-3F01-BEF4E320D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376ACD-1950-C2AB-5F45-5B7DED27E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09531-8007-4A52-AE49-0AD7DE0FA2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CF2A89-D518-D219-57D6-68D386466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AD10D8D-83A0-3483-02DC-4AA44D2C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7E452-B07B-409C-9058-1C21D2C278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282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7BDE42-D323-18FC-4DB0-BC59ECBDF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3198CB6-6BFD-F510-2DE1-289E70D2FB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3F3F103-0B88-4943-2ECA-D81FDF9A9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523527-E20F-BE1A-84B3-2721EE3FE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09531-8007-4A52-AE49-0AD7DE0FA2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95EBD5-9470-5B69-EEC7-3CCAD69CB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3BACE17-E979-4C43-EC1E-CD5F3F55B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7E452-B07B-409C-9058-1C21D2C278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4158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5C8123-D97B-4FA3-C898-2830C13A1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5C8D790-57B4-9C03-75E1-630D79448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54703B-E9CD-2800-CA39-4B1499EC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09531-8007-4A52-AE49-0AD7DE0FA2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240C25-C0FF-E95E-5712-72585488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AC5FC9-EF89-AA15-0DC4-2D9DB292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7E452-B07B-409C-9058-1C21D2C278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329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AF7DA64-7EA8-128F-B616-083E049C2C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AC7CDE7-B4D1-E818-DAEA-F3F4EAD0E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88DF87-DD1F-ACF2-6109-B8107299D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09531-8007-4A52-AE49-0AD7DE0FA2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FF0587-2D40-5363-7440-EF5CE13FA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F7E268-539C-84DC-8DBB-A85A96E6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7E452-B07B-409C-9058-1C21D2C278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250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6A1101D-BC34-77DE-8479-A995BC0B7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6E1164-CB6D-A4FC-15FA-F5218ABCC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CCFBAA-44DE-FB2F-4E4F-D2ED081E9C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09531-8007-4A52-AE49-0AD7DE0FA245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3802B2-624E-D3A7-BE19-AFED6BFE34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CFFF3D-E053-5C71-DC31-AFE183D41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27E452-B07B-409C-9058-1C21D2C278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8282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C1DC0DF-805C-0CB9-85FA-58D50839CA23}"/>
              </a:ext>
            </a:extLst>
          </p:cNvPr>
          <p:cNvSpPr/>
          <p:nvPr/>
        </p:nvSpPr>
        <p:spPr>
          <a:xfrm>
            <a:off x="401053" y="577516"/>
            <a:ext cx="2101516" cy="13475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Raw </a:t>
            </a:r>
            <a:br>
              <a:rPr lang="de-DE" dirty="0"/>
            </a:br>
            <a:r>
              <a:rPr lang="de-DE" dirty="0"/>
              <a:t>PCAP Files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EA7055F-02D0-134C-8B45-2DA75C48A452}"/>
              </a:ext>
            </a:extLst>
          </p:cNvPr>
          <p:cNvSpPr/>
          <p:nvPr/>
        </p:nvSpPr>
        <p:spPr>
          <a:xfrm>
            <a:off x="3039979" y="577516"/>
            <a:ext cx="2101516" cy="13475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Batching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&amp; Storage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1DDB403-FE85-186B-1E10-D5F27916C0D2}"/>
              </a:ext>
            </a:extLst>
          </p:cNvPr>
          <p:cNvSpPr/>
          <p:nvPr/>
        </p:nvSpPr>
        <p:spPr>
          <a:xfrm>
            <a:off x="5678905" y="577516"/>
            <a:ext cx="2101516" cy="13475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Flow</a:t>
            </a:r>
            <a:br>
              <a:rPr lang="de-DE" dirty="0"/>
            </a:br>
            <a:r>
              <a:rPr lang="de-DE" dirty="0" err="1"/>
              <a:t>Extraction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D18F776-6F70-0A3E-B7D4-BBF3CAA465FF}"/>
              </a:ext>
            </a:extLst>
          </p:cNvPr>
          <p:cNvSpPr/>
          <p:nvPr/>
        </p:nvSpPr>
        <p:spPr>
          <a:xfrm>
            <a:off x="8317831" y="577516"/>
            <a:ext cx="2101516" cy="13475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Quality Checks</a:t>
            </a:r>
            <a:br>
              <a:rPr lang="de-DE" dirty="0"/>
            </a:br>
            <a:r>
              <a:rPr lang="de-DE" dirty="0"/>
              <a:t>&amp; Reports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F1655B-3D50-50CD-CEBB-41DDABCB2E89}"/>
              </a:ext>
            </a:extLst>
          </p:cNvPr>
          <p:cNvSpPr/>
          <p:nvPr/>
        </p:nvSpPr>
        <p:spPr>
          <a:xfrm>
            <a:off x="5678905" y="2755231"/>
            <a:ext cx="2101516" cy="13475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Feature</a:t>
            </a:r>
            <a:br>
              <a:rPr lang="de-DE" dirty="0"/>
            </a:br>
            <a:r>
              <a:rPr lang="de-DE" dirty="0"/>
              <a:t>Engineering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5400862-CD23-6B35-E9B5-A1DD59BA4805}"/>
              </a:ext>
            </a:extLst>
          </p:cNvPr>
          <p:cNvSpPr/>
          <p:nvPr/>
        </p:nvSpPr>
        <p:spPr>
          <a:xfrm>
            <a:off x="8317831" y="2755231"/>
            <a:ext cx="2101516" cy="13475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Label </a:t>
            </a:r>
            <a:r>
              <a:rPr lang="de-DE" dirty="0" err="1"/>
              <a:t>Merge</a:t>
            </a:r>
            <a:br>
              <a:rPr lang="de-DE" dirty="0"/>
            </a:br>
            <a:r>
              <a:rPr lang="de-DE" dirty="0"/>
              <a:t>&amp; </a:t>
            </a:r>
            <a:r>
              <a:rPr lang="de-DE" dirty="0" err="1"/>
              <a:t>Cleaning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EC9BC87-8150-2C7F-12D7-32228C994895}"/>
              </a:ext>
            </a:extLst>
          </p:cNvPr>
          <p:cNvSpPr/>
          <p:nvPr/>
        </p:nvSpPr>
        <p:spPr>
          <a:xfrm>
            <a:off x="3039979" y="2755231"/>
            <a:ext cx="2101516" cy="13475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Model Training</a:t>
            </a:r>
            <a:br>
              <a:rPr lang="de-DE" dirty="0"/>
            </a:br>
            <a:r>
              <a:rPr lang="de-DE" dirty="0"/>
              <a:t>&amp; Evaluation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254EE67-5C1B-71D8-1561-A03D28277E6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502569" y="1251285"/>
            <a:ext cx="540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C35C1058-AB67-0833-DFDE-5D2009E9E3B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141495" y="1251285"/>
            <a:ext cx="5374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2D9782F5-11E2-43DA-5991-07749E8C2D2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780421" y="1251285"/>
            <a:ext cx="5374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402BD180-8D19-B34E-E302-A4D197BF82B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9368589" y="1925053"/>
            <a:ext cx="0" cy="830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7EBCC67D-ACF8-17CC-C914-60C5B8228854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>
            <a:off x="7780421" y="3429000"/>
            <a:ext cx="5374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D52ACFF4-30E6-4FD1-C75F-B0AAD9D654C4}"/>
              </a:ext>
            </a:extLst>
          </p:cNvPr>
          <p:cNvCxnSpPr>
            <a:cxnSpLocks/>
            <a:stCxn id="8" idx="1"/>
            <a:endCxn id="11" idx="3"/>
          </p:cNvCxnSpPr>
          <p:nvPr/>
        </p:nvCxnSpPr>
        <p:spPr>
          <a:xfrm flipH="1">
            <a:off x="5141495" y="3429000"/>
            <a:ext cx="5374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385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16A21-D31F-CA41-5E51-63AE1D8A9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93E2BE07-E6F3-4BC6-16EA-1C65F3E73984}"/>
              </a:ext>
            </a:extLst>
          </p:cNvPr>
          <p:cNvSpPr/>
          <p:nvPr/>
        </p:nvSpPr>
        <p:spPr>
          <a:xfrm>
            <a:off x="0" y="2755231"/>
            <a:ext cx="2101516" cy="13475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Flow </a:t>
            </a:r>
            <a:r>
              <a:rPr lang="de-DE" dirty="0" err="1"/>
              <a:t>Statistics</a:t>
            </a:r>
            <a:br>
              <a:rPr lang="de-DE" dirty="0"/>
            </a:br>
            <a:r>
              <a:rPr lang="de-DE" dirty="0"/>
              <a:t>&amp; Text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B20C4F9B-FCF0-5128-0A56-47DACB8C9DEA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 flipV="1">
            <a:off x="2101516" y="1730065"/>
            <a:ext cx="322285" cy="16989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B1EFD7C1-C920-5B46-D3CB-362149670A20}"/>
              </a:ext>
            </a:extLst>
          </p:cNvPr>
          <p:cNvSpPr/>
          <p:nvPr/>
        </p:nvSpPr>
        <p:spPr>
          <a:xfrm>
            <a:off x="2423801" y="1056296"/>
            <a:ext cx="2101516" cy="13475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Serialization</a:t>
            </a:r>
            <a:br>
              <a:rPr lang="de-DE" dirty="0"/>
            </a:br>
            <a:r>
              <a:rPr lang="de-DE" sz="1400" dirty="0" err="1"/>
              <a:t>flow</a:t>
            </a:r>
            <a:r>
              <a:rPr lang="de-DE" sz="1400" dirty="0"/>
              <a:t> → </a:t>
            </a:r>
            <a:r>
              <a:rPr lang="de-DE" sz="1400" dirty="0" err="1"/>
              <a:t>token</a:t>
            </a:r>
            <a:r>
              <a:rPr lang="de-DE" sz="1400" dirty="0"/>
              <a:t> </a:t>
            </a:r>
            <a:r>
              <a:rPr lang="de-DE" sz="1400" dirty="0" err="1"/>
              <a:t>sequence</a:t>
            </a:r>
            <a:endParaRPr lang="de-DE" sz="140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C2F57DE-AA77-C134-1B6E-430583062AD4}"/>
              </a:ext>
            </a:extLst>
          </p:cNvPr>
          <p:cNvSpPr/>
          <p:nvPr/>
        </p:nvSpPr>
        <p:spPr>
          <a:xfrm>
            <a:off x="2423801" y="4425139"/>
            <a:ext cx="2101516" cy="13475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Handcrafted</a:t>
            </a:r>
            <a:r>
              <a:rPr lang="de-DE" dirty="0"/>
              <a:t> Feature</a:t>
            </a:r>
            <a:br>
              <a:rPr lang="de-DE" dirty="0"/>
            </a:br>
            <a:r>
              <a:rPr lang="de-DE" dirty="0" err="1"/>
              <a:t>Extraction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9E24D95-DA77-A835-4FAE-ADDAA2D1DB36}"/>
              </a:ext>
            </a:extLst>
          </p:cNvPr>
          <p:cNvSpPr/>
          <p:nvPr/>
        </p:nvSpPr>
        <p:spPr>
          <a:xfrm>
            <a:off x="4904682" y="1056296"/>
            <a:ext cx="2101516" cy="13475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SLM </a:t>
            </a:r>
            <a:r>
              <a:rPr lang="de-DE" dirty="0" err="1"/>
              <a:t>Encode</a:t>
            </a:r>
            <a:br>
              <a:rPr lang="de-DE" dirty="0"/>
            </a:br>
            <a:r>
              <a:rPr lang="de-DE" sz="1400" dirty="0" err="1"/>
              <a:t>use</a:t>
            </a:r>
            <a:r>
              <a:rPr lang="de-DE" sz="1400" dirty="0"/>
              <a:t> &lt;CLS&gt; </a:t>
            </a:r>
            <a:r>
              <a:rPr lang="de-DE" sz="1400" dirty="0" err="1"/>
              <a:t>embedding</a:t>
            </a:r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7A777FB-51DA-63C6-22C0-D9365184CB5F}"/>
              </a:ext>
            </a:extLst>
          </p:cNvPr>
          <p:cNvSpPr/>
          <p:nvPr/>
        </p:nvSpPr>
        <p:spPr>
          <a:xfrm>
            <a:off x="4904682" y="4425139"/>
            <a:ext cx="2101516" cy="13475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Numeric</a:t>
            </a:r>
            <a:r>
              <a:rPr lang="de-DE" dirty="0"/>
              <a:t> feature </a:t>
            </a:r>
            <a:r>
              <a:rPr lang="de-DE" dirty="0" err="1"/>
              <a:t>vector</a:t>
            </a:r>
            <a:endParaRPr lang="de-DE" dirty="0"/>
          </a:p>
          <a:p>
            <a:pPr algn="ctr"/>
            <a:r>
              <a:rPr lang="de-DE" sz="1400" dirty="0" err="1"/>
              <a:t>x_handcrafted</a:t>
            </a:r>
            <a:r>
              <a:rPr lang="de-DE" sz="1400" dirty="0"/>
              <a:t> ∈ Rᵏ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460B9F8-2FB9-5118-1296-FF49E027E9B8}"/>
              </a:ext>
            </a:extLst>
          </p:cNvPr>
          <p:cNvSpPr/>
          <p:nvPr/>
        </p:nvSpPr>
        <p:spPr>
          <a:xfrm>
            <a:off x="7546198" y="2755231"/>
            <a:ext cx="2101516" cy="13475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Concatenation</a:t>
            </a:r>
            <a:endParaRPr lang="de-DE" dirty="0"/>
          </a:p>
          <a:p>
            <a:pPr algn="ctr"/>
            <a:r>
              <a:rPr lang="de-DE" sz="1400" dirty="0"/>
              <a:t>[</a:t>
            </a:r>
            <a:r>
              <a:rPr lang="de-DE" sz="1400" dirty="0" err="1"/>
              <a:t>h_CLS</a:t>
            </a:r>
            <a:r>
              <a:rPr lang="de-DE" sz="1400" dirty="0"/>
              <a:t> ; </a:t>
            </a:r>
            <a:r>
              <a:rPr lang="de-DE" sz="1400" dirty="0" err="1"/>
              <a:t>x_handcrafted</a:t>
            </a:r>
            <a:r>
              <a:rPr lang="de-DE" sz="1400" dirty="0"/>
              <a:t>]</a:t>
            </a:r>
          </a:p>
          <a:p>
            <a:pPr algn="ctr"/>
            <a:endParaRPr lang="de-DE" sz="1400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57AD5EB-4EE0-C3A6-62CA-C7E6917AA577}"/>
              </a:ext>
            </a:extLst>
          </p:cNvPr>
          <p:cNvSpPr/>
          <p:nvPr/>
        </p:nvSpPr>
        <p:spPr>
          <a:xfrm>
            <a:off x="10090484" y="2755230"/>
            <a:ext cx="2101516" cy="13475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Classifier</a:t>
            </a:r>
            <a:r>
              <a:rPr lang="de-DE" dirty="0"/>
              <a:t> (MLP)</a:t>
            </a:r>
          </a:p>
          <a:p>
            <a:pPr algn="ctr"/>
            <a:r>
              <a:rPr lang="de-DE" sz="1400" dirty="0" err="1"/>
              <a:t>Prediction</a:t>
            </a:r>
            <a:endParaRPr lang="de-DE" sz="1400" dirty="0"/>
          </a:p>
          <a:p>
            <a:pPr algn="ctr"/>
            <a:r>
              <a:rPr lang="de-DE" sz="1400" dirty="0" err="1"/>
              <a:t>benign</a:t>
            </a:r>
            <a:r>
              <a:rPr lang="de-DE" sz="1400" dirty="0"/>
              <a:t> vs. </a:t>
            </a:r>
            <a:r>
              <a:rPr lang="de-DE" sz="1400" dirty="0" err="1"/>
              <a:t>mining</a:t>
            </a:r>
            <a:endParaRPr lang="de-DE" sz="1400" dirty="0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B62F34D2-9B5D-778F-E4B0-157A7B0E54D9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2101516" y="3429000"/>
            <a:ext cx="322285" cy="16699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7FE2DAB-A41B-09C3-98BC-CDE9C0FC49D2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4525317" y="5098908"/>
            <a:ext cx="44277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6BCD5CD0-C227-494E-C07B-D45C51D09BC7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4525317" y="1730065"/>
            <a:ext cx="37936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76305E01-3BC1-4C80-B098-A58CAE61B087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7006198" y="1730065"/>
            <a:ext cx="540000" cy="16989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201DA454-394E-3CCB-92AD-E1F78567515C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7006198" y="3429000"/>
            <a:ext cx="540000" cy="16699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7906FB68-E111-E0AA-1CED-3F1A86D8CFDD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 flipV="1">
            <a:off x="9647714" y="3428999"/>
            <a:ext cx="44277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975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Breitbild</PresentationFormat>
  <Paragraphs>18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Vanessa Angenent</dc:creator>
  <cp:lastModifiedBy>Vanessa Angenent</cp:lastModifiedBy>
  <cp:revision>2</cp:revision>
  <dcterms:created xsi:type="dcterms:W3CDTF">2025-11-26T09:37:11Z</dcterms:created>
  <dcterms:modified xsi:type="dcterms:W3CDTF">2025-11-26T10:27:14Z</dcterms:modified>
</cp:coreProperties>
</file>